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1270000" y="1270000"/>
            <a:ext cx="1270000" cy="127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10000" y="1270000"/>
            <a:ext cx="1270000" cy="127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>
            <a:stCxn id="3" idx="1"/>
            <a:endCxn id="4" idx="3"/>
          </p:cNvCxnSpPr>
          <p:nvPr/>
        </p:nvCxnSpPr>
        <p:spPr>
          <a:xfrm>
            <a:off x="2540000" y="1905000"/>
            <a:ext cx="127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