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gradFill>
              <a:gsLst>
                <a:gs pos="0">
                  <a:srgbClr val="1A73E8"/>
                </a:gs>
                <a:gs pos="100000">
                  <a:srgbClr val="0D47A1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9308" y="31242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核心数据流转架构演示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680085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展示：渐变色块、阴影滤镜、多种连线箭头以及原生排版支持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810000" y="2857500"/>
            <a:ext cx="4572000" cy="1905000"/>
            <a:chOff x="3810000" y="2857500"/>
            <a:chExt cx="4572000" cy="1905000"/>
          </a:xfrm>
        </p:grpSpPr>
        <p:cxnSp>
          <p:nvCxnSpPr>
            <p:cNvPr id="7" name="Freeform 7"/>
            <p:cNvCxnSpPr>
              <a:stCxn id="10" idx="3"/>
              <a:endCxn id="16" idx="1"/>
            </p:cNvCxnSpPr>
            <p:nvPr/>
          </p:nvCxnSpPr>
          <p:spPr>
            <a:xfrm>
              <a:off x="3810000" y="2857500"/>
              <a:ext cx="952500" cy="1905000"/>
            </a:xfrm>
            <a:custGeom>
              <a:avLst/>
              <a:gdLst/>
              <a:ahLst/>
              <a:cxnLst/>
              <a:rect l="l" t="t" r="r" b="b"/>
              <a:pathLst>
                <a:path w="952500" h="1905000">
                  <a:moveTo>
                    <a:pt x="0" y="0"/>
                  </a:moveTo>
                  <a:cubicBezTo>
                    <a:pt x="476250" y="0"/>
                    <a:pt x="476250" y="1905000"/>
                    <a:pt x="952500" y="1905000"/>
                  </a:cubicBezTo>
                </a:path>
              </a:pathLst>
            </a:custGeom>
            <a:noFill/>
            <a:ln w="28575">
              <a:solidFill>
                <a:srgbClr val="1A73E8"/>
              </a:solidFill>
              <a:round/>
              <a:tailEnd type="triangle" w="lg" len="lg"/>
            </a:ln>
          </p:spPr>
        </p:cxnSp>
        <p:cxnSp>
          <p:nvCxnSpPr>
            <p:cNvPr id="8" name="Line 8"/>
            <p:cNvCxnSpPr>
              <a:stCxn id="16" idx="3"/>
              <a:endCxn id="22" idx="1"/>
            </p:cNvCxnSpPr>
            <p:nvPr/>
          </p:nvCxnSpPr>
          <p:spPr>
            <a:xfrm flipV="1">
              <a:off x="7429500" y="2857500"/>
              <a:ext cx="952500" cy="1905000"/>
            </a:xfrm>
            <a:prstGeom prst="line">
              <a:avLst/>
            </a:prstGeom>
            <a:noFill/>
            <a:ln w="19050">
              <a:solidFill>
                <a:srgbClr val="999999"/>
              </a:solidFill>
              <a:prstDash val="lgDash"/>
              <a:tailEnd type="triangle" w="lg" len="lg"/>
            </a:ln>
          </p:spPr>
        </p:cxnSp>
      </p:grpSp>
      <p:grpSp>
        <p:nvGrpSpPr>
          <p:cNvPr id="15" name="Group 15"/>
          <p:cNvGrpSpPr/>
          <p:nvPr/>
        </p:nvGrpSpPr>
        <p:grpSpPr>
          <a:xfrm>
            <a:off x="1143000" y="1905000"/>
            <a:ext cx="2667000" cy="1905000"/>
            <a:chOff x="1143000" y="1905000"/>
            <a:chExt cx="2667000" cy="1905000"/>
          </a:xfrm>
        </p:grpSpPr>
        <p:sp>
          <p:nvSpPr>
            <p:cNvPr id="10" name="Rectangle 10"/>
            <p:cNvSpPr/>
            <p:nvPr/>
          </p:nvSpPr>
          <p:spPr>
            <a:xfrm>
              <a:off x="1143000" y="1905000"/>
              <a:ext cx="26670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419606" y="21869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数据采集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428750" y="2571750"/>
              <a:ext cx="38100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22654" y="2823210"/>
              <a:ext cx="18049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日均处理日志量</a:t>
              </a:r>
              <a:r>
                <a:rPr lang="zh-CN" sz="12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1.2 亿</a:t>
              </a:r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2654" y="3108960"/>
              <a:ext cx="1498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多源头</a:t>
              </a:r>
              <a:r>
                <a:rPr lang="zh-CN" sz="120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异构数据</a:t>
              </a:r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接入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62500" y="3810000"/>
            <a:ext cx="2667000" cy="1905000"/>
            <a:chOff x="4762500" y="3810000"/>
            <a:chExt cx="2667000" cy="1905000"/>
          </a:xfrm>
        </p:grpSpPr>
        <p:sp>
          <p:nvSpPr>
            <p:cNvPr id="16" name="Rectangle 16"/>
            <p:cNvSpPr/>
            <p:nvPr/>
          </p:nvSpPr>
          <p:spPr>
            <a:xfrm>
              <a:off x="4762500" y="3810000"/>
              <a:ext cx="26670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5039106" y="40919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清洗与分析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48250" y="4476750"/>
              <a:ext cx="381000" cy="38100"/>
            </a:xfrm>
            <a:prstGeom prst="rect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2154" y="4728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实时过滤无效冗余数据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2154" y="5013960"/>
              <a:ext cx="1837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提炼高价值</a:t>
              </a:r>
              <a:r>
                <a:rPr lang="zh-CN" sz="1200" b="1" u="sng" dirty="0">
                  <a:solidFill>
                    <a:srgbClr val="34A853"/>
                  </a:solidFill>
                  <a:latin typeface="Arial"/>
                  <a:ea typeface="Microsoft YaHei"/>
                  <a:cs typeface="Arial"/>
                </a:rPr>
                <a:t>业务特征指标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382000" y="1905000"/>
            <a:ext cx="2667000" cy="1905000"/>
            <a:chOff x="8382000" y="1905000"/>
            <a:chExt cx="2667000" cy="1905000"/>
          </a:xfrm>
        </p:grpSpPr>
        <p:sp>
          <p:nvSpPr>
            <p:cNvPr id="22" name="Rectangle 22"/>
            <p:cNvSpPr/>
            <p:nvPr/>
          </p:nvSpPr>
          <p:spPr>
            <a:xfrm>
              <a:off x="8382000" y="1905000"/>
              <a:ext cx="26670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8658606" y="21869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可视化输出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667750" y="2571750"/>
              <a:ext cx="381000" cy="38100"/>
            </a:xfrm>
            <a:prstGeom prst="rect">
              <a:avLst/>
            </a:prstGeom>
            <a:solidFill>
              <a:srgbClr val="F9AB0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61654" y="2823210"/>
              <a:ext cx="1940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直接生成</a:t>
              </a:r>
              <a:r>
                <a:rPr lang="zh-CN" sz="1200" b="1" dirty="0">
                  <a:solidFill>
                    <a:srgbClr val="F9AB00"/>
                  </a:solidFill>
                  <a:latin typeface="Arial"/>
                  <a:ea typeface="Microsoft YaHei"/>
                  <a:cs typeface="Arial"/>
                </a:rPr>
                <a:t>原生可编辑 PPT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61654" y="3108960"/>
              <a:ext cx="1676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保持</a:t>
              </a:r>
              <a:r>
                <a:rPr lang="zh-CN" sz="120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全矢量高保真</a:t>
              </a:r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结构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028383" y="6363652"/>
            <a:ext cx="2135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PPT Master · SVG 规范应用演示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2026-07-01T05:59:55Z</dcterms:created>
  <dcterms:modified xsi:type="dcterms:W3CDTF">2026-07-01T05:59:55Z</dcterms:modified>
  <cp:category/>
  <cp:contentStatus/>
</cp:coreProperties>
</file>