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1270000" y="1270000"/>
            <a:ext cx="1270000" cy="127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10000" y="1270000"/>
            <a:ext cx="1270000" cy="127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540000" y="1905000"/>
            <a:ext cx="127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